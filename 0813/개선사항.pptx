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2454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2454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LAUNCH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PlantMate Pro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인터랙티브 스마트 플랜트, 프리미엄 라인업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무제한 예산으로 다시 만든 반려식물 봇의 완성형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989320"/>
            <a:ext cx="9144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스텝업 (Team StepUp)  ·  Product Reveal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반려식물 기기, 왜 아쉬웠을까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4F4F2"/>
          </a:solidFill>
          <a:ln w="12700">
            <a:solidFill>
              <a:srgbClr val="DADA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제품 (6~10만 원대)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앱 알림 수준의 ‘수분 부족’ 푸시 알림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감성적 교감 요소 부재, 정보 전달 기기에 머무름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 없는 단일 센서 구조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이후 브랜드와의 접점 단절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96596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PlantMate Pro의 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+ 터치 + AI 진단으로 완성된 감성 인터랙션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기반 병충해 자동 진단 및 관리 코칭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연동으로 구매 이후에도 이어지는 관계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‘식물이 나를 케어’하는 반전된 경험 설계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PlantMate Pro는 이렇게 작동합니다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1F5F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67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&amp; VOICE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쓰다듬으면 반응한다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정전용량 센서 배열이 손길의 강도·속도를 인식하고, 자연어 음성비서 UX로 “얘 요즘 왜 이래?” 같은 질문에도 답합니다.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1F5F0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167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카메라가 건강을 진단한다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8072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카메라와 AI 모델이 잎 상태와 병충해를 자동 감지해, 클라우드 리포트로 관리 코칭을 제공합니다.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1F5F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330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스스로 돌본다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7731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토양·공기질·조도 센서가 종합 판단해 자동 급수하고, 완전 무선 + 태양광 자가발전으로 전원 걱정이 없습니다.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93192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1F5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1330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식물이 나를 돌본다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47731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발상을 뒤집어, 식물이 사용자의 수분 섭취·활동량을 체크하고 리마인드하는 반려 컨셉으로 확장했습니다.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시제품에서 완성형 하드웨어로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4F2"/>
          </a:solidFill>
          <a:ln w="12700">
            <a:solidFill>
              <a:srgbClr val="DADA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시제품 (AS-IS)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MCU: 아두이노 우노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디스플레이: 0.96" 흑백 OLED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TTP223 정전식 터치 1개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센서: 토양습도 센서 단일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연결성: 없음 (오프라인 단독 동작)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원가: 18,500원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판매가: 45,000원 (마진 58.8%)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9202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PlantMate Pro (TO-BE)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578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정품 Arduino 브랜드 보드 채택 · ESP32-S3 성능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4434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MCU: Arduino Nano ESP32 (WiFi + BLE + 카메라 인터페이스)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디스플레이: 1.5" 컬러 IPS 터치스크린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정전용량 센서 배열 (강도·속도 인식)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센서: 토양습도 + 공기질 + 조도 + 카메라 AI 진단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연결성: 전용 앱 연동, 클라우드 진단 리포트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원가: 약 65,000원 (추정)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판매가: 129,000원 + 월 구독 4,900원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번 팔고 끝나지 않는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4F4F2"/>
          </a:solidFill>
          <a:ln w="12700">
            <a:solidFill>
              <a:srgbClr val="DADA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532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일회성 B2C 펀딩 판매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판매가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43484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구조: 판매 1회로 종료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관계: 구매 이후 접점 없음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40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532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하드웨어 + 구독(SaaS) 결합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129,000원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판매가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1540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+4,900원/월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1540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AI진단 · 커뮤니티 구독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43484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구조: 하드웨어 + 반복 구독 매출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관계: 앱을 통한 지속적 접점 확보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PlantMate Pro가 향할 다음 시장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1F5F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가정용 프리미엄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인테리어 오브제 라인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세라믹·원목 마감, 사이즈별 라인업으로 리빙 시장 공략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1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74A57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케어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원예치료 · 정서지원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요양원·시니어센터 대상 인지자극 콘텐츠 결합 기기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1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30175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웰니스 오피스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사무 공간 정서케어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사무실·병원 대기실용 정서 안정 오브제로 B2B 확장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454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메이커 시제품을 넘어,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완성된 프리미엄 하드웨어 제품으로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F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PlantMate Pro는 감성 인터랙션과 AI 진단, 구독형 서비스를 하나의 하드웨어에 담아, 시제품을 넘어선 완성형 제품으로 소개합니다.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9144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스텝업 (Team StepUp)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2026-08-13T03:00:11Z</dcterms:created>
  <dcterms:modified xsi:type="dcterms:W3CDTF">2026-08-13T03:00:11Z</dcterms:modified>
</cp:coreProperties>
</file>